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72" r:id="rId9"/>
    <p:sldId id="263" r:id="rId10"/>
    <p:sldId id="273" r:id="rId11"/>
    <p:sldId id="274" r:id="rId12"/>
    <p:sldId id="262" r:id="rId13"/>
    <p:sldId id="268" r:id="rId14"/>
    <p:sldId id="275" r:id="rId15"/>
    <p:sldId id="281" r:id="rId16"/>
    <p:sldId id="277" r:id="rId17"/>
    <p:sldId id="282" r:id="rId18"/>
    <p:sldId id="278" r:id="rId19"/>
    <p:sldId id="279" r:id="rId20"/>
    <p:sldId id="280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61898-8BD9-48FD-8354-EC9B3DF4361D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56EAC-E94C-4DB3-9D21-0D862F587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85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528B-B34F-4B88-8010-3B17FC4A46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528B-B34F-4B88-8010-3B17FC4A462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30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528B-B34F-4B88-8010-3B17FC4A462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62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856" y="2503488"/>
            <a:ext cx="7772400" cy="954527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7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8285252" cy="114617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3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88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1515"/>
            <a:ext cx="8382441" cy="10695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99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64703" cy="113590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49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3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029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4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2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m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B3BD5-9F6B-4A8C-8B58-7F8FBE2DDFB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76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	Interim Presentation-Template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2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9596" y="3699334"/>
            <a:ext cx="8126377" cy="22615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Department	: 	</a:t>
            </a:r>
          </a:p>
          <a:p>
            <a:pPr marL="0" indent="0">
              <a:buNone/>
            </a:pPr>
            <a:r>
              <a:rPr lang="en-US" dirty="0" err="1"/>
              <a:t>Programme</a:t>
            </a:r>
            <a:r>
              <a:rPr lang="en-US" dirty="0"/>
              <a:t>	:	</a:t>
            </a:r>
          </a:p>
          <a:p>
            <a:pPr marL="0" indent="0">
              <a:buNone/>
            </a:pPr>
            <a:r>
              <a:rPr lang="en-US" dirty="0"/>
              <a:t>Batch		: 		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5566" y="1450470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Student Name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459596" y="1996446"/>
            <a:ext cx="6388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Reg. No</a:t>
            </a:r>
            <a:r>
              <a:rPr lang="en-US" sz="2800" dirty="0" smtClean="0"/>
              <a:t>: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465566" y="2847890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Faculty: Management and Commerce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4270" y="772530"/>
            <a:ext cx="8915400" cy="6340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Student Details</a:t>
            </a:r>
          </a:p>
        </p:txBody>
      </p:sp>
    </p:spTree>
    <p:extLst>
      <p:ext uri="{BB962C8B-B14F-4D97-AF65-F5344CB8AC3E}">
        <p14:creationId xmlns:p14="http://schemas.microsoft.com/office/powerpoint/2010/main" val="370436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2" y="991673"/>
            <a:ext cx="10035496" cy="5155390"/>
          </a:xfrm>
        </p:spPr>
        <p:txBody>
          <a:bodyPr/>
          <a:lstStyle/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Title of the Dissertation</a:t>
            </a:r>
          </a:p>
          <a:p>
            <a:pPr>
              <a:buNone/>
            </a:pPr>
            <a:endParaRPr lang="en-GB" dirty="0" smtClean="0"/>
          </a:p>
          <a:p>
            <a:r>
              <a:rPr lang="en-GB" b="1" dirty="0" smtClean="0">
                <a:solidFill>
                  <a:srgbClr val="FF0000"/>
                </a:solidFill>
              </a:rPr>
              <a:t>Supervisor</a:t>
            </a:r>
          </a:p>
          <a:p>
            <a:endParaRPr lang="en-GB" b="1" dirty="0" smtClean="0">
              <a:solidFill>
                <a:srgbClr val="FF0000"/>
              </a:solidFill>
            </a:endParaRPr>
          </a:p>
          <a:p>
            <a:r>
              <a:rPr lang="en-GB" b="1" dirty="0" smtClean="0">
                <a:solidFill>
                  <a:srgbClr val="FF0000"/>
                </a:solidFill>
              </a:rPr>
              <a:t>Advisor:</a:t>
            </a:r>
            <a:endParaRPr lang="en-GB" dirty="0" smtClean="0"/>
          </a:p>
          <a:p>
            <a:pPr lvl="1"/>
            <a:endParaRPr lang="en-GB" dirty="0" smtClean="0"/>
          </a:p>
          <a:p>
            <a:r>
              <a:rPr lang="en-GB" b="1" dirty="0" smtClean="0">
                <a:solidFill>
                  <a:srgbClr val="FF0000"/>
                </a:solidFill>
              </a:rPr>
              <a:t>Place </a:t>
            </a:r>
            <a:r>
              <a:rPr lang="en-GB" b="1" dirty="0">
                <a:solidFill>
                  <a:srgbClr val="FF0000"/>
                </a:solidFill>
              </a:rPr>
              <a:t>of Work: </a:t>
            </a:r>
          </a:p>
        </p:txBody>
      </p:sp>
    </p:spTree>
    <p:extLst>
      <p:ext uri="{BB962C8B-B14F-4D97-AF65-F5344CB8AC3E}">
        <p14:creationId xmlns:p14="http://schemas.microsoft.com/office/powerpoint/2010/main" val="147188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660" y="764035"/>
            <a:ext cx="8915400" cy="6340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9154" y="1820204"/>
            <a:ext cx="8915400" cy="4824536"/>
          </a:xfrm>
        </p:spPr>
        <p:txBody>
          <a:bodyPr/>
          <a:lstStyle/>
          <a:p>
            <a:pPr marL="457200" indent="-457200"/>
            <a:r>
              <a:rPr lang="en-US" altLang="en-US" dirty="0" smtClean="0"/>
              <a:t>Introduction</a:t>
            </a:r>
          </a:p>
          <a:p>
            <a:pPr marL="457200" indent="-457200"/>
            <a:r>
              <a:rPr lang="en-US" altLang="en-US" dirty="0" smtClean="0"/>
              <a:t>Motivation</a:t>
            </a:r>
          </a:p>
          <a:p>
            <a:pPr marL="457200" indent="-457200"/>
            <a:r>
              <a:rPr lang="en-US" altLang="en-US" dirty="0" smtClean="0"/>
              <a:t>Title </a:t>
            </a:r>
            <a:endParaRPr lang="en-US" altLang="en-US" dirty="0"/>
          </a:p>
          <a:p>
            <a:pPr marL="457200" indent="-457200"/>
            <a:r>
              <a:rPr lang="en-US" altLang="en-US" dirty="0"/>
              <a:t>Aim and Objectives</a:t>
            </a:r>
          </a:p>
          <a:p>
            <a:pPr marL="457200" indent="-457200"/>
            <a:r>
              <a:rPr lang="en-GB" dirty="0"/>
              <a:t>Summary of </a:t>
            </a:r>
            <a:r>
              <a:rPr lang="en-GB" dirty="0" smtClean="0"/>
              <a:t>Literature </a:t>
            </a:r>
            <a:r>
              <a:rPr lang="en-GB" dirty="0"/>
              <a:t>Review</a:t>
            </a:r>
          </a:p>
          <a:p>
            <a:pPr marL="457200" indent="-457200"/>
            <a:r>
              <a:rPr lang="en-US" dirty="0"/>
              <a:t>Summary of the Dissertation Work </a:t>
            </a:r>
          </a:p>
          <a:p>
            <a:pPr marL="457200" indent="-457200"/>
            <a:r>
              <a:rPr lang="en-GB" dirty="0"/>
              <a:t>Progress Report of Dissertation Work</a:t>
            </a:r>
            <a:endParaRPr lang="en-US" altLang="en-US" dirty="0"/>
          </a:p>
          <a:p>
            <a:pPr marL="457200" indent="-457200"/>
            <a:r>
              <a:rPr lang="en-US" altLang="en-US" dirty="0" smtClean="0"/>
              <a:t>Gantt </a:t>
            </a:r>
            <a:r>
              <a:rPr lang="en-US" altLang="en-US" dirty="0"/>
              <a:t>Chart</a:t>
            </a:r>
          </a:p>
          <a:p>
            <a:pPr marL="457200" indent="-457200"/>
            <a:r>
              <a:rPr lang="en-US" alt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8098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80" y="566670"/>
            <a:ext cx="9234152" cy="7856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8124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643944"/>
            <a:ext cx="8285252" cy="86735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Motivation </a:t>
            </a:r>
          </a:p>
        </p:txBody>
      </p:sp>
    </p:spTree>
    <p:extLst>
      <p:ext uri="{BB962C8B-B14F-4D97-AF65-F5344CB8AC3E}">
        <p14:creationId xmlns:p14="http://schemas.microsoft.com/office/powerpoint/2010/main" val="148476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27279" y="721217"/>
            <a:ext cx="9705225" cy="82424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75390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563" y="718042"/>
            <a:ext cx="10005812" cy="698634"/>
          </a:xfrm>
        </p:spPr>
        <p:txBody>
          <a:bodyPr/>
          <a:lstStyle/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Literature Review</a:t>
            </a:r>
            <a:endParaRPr lang="en-US" sz="32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70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426" y="837125"/>
            <a:ext cx="9863528" cy="585637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Summary of 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67315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189" y="798490"/>
            <a:ext cx="8080264" cy="71281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Research Gaps and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48810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41" y="695458"/>
            <a:ext cx="8234811" cy="81584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Conceptual Model/Framework/Simulation</a:t>
            </a:r>
          </a:p>
        </p:txBody>
      </p:sp>
    </p:spTree>
    <p:extLst>
      <p:ext uri="{BB962C8B-B14F-4D97-AF65-F5344CB8AC3E}">
        <p14:creationId xmlns:p14="http://schemas.microsoft.com/office/powerpoint/2010/main" val="215951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446" y="815550"/>
            <a:ext cx="8915400" cy="63408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6176" y="1928588"/>
            <a:ext cx="8915400" cy="49294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Aim: </a:t>
            </a:r>
            <a:endParaRPr lang="en-US" b="1" dirty="0" smtClean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Objectives</a:t>
            </a:r>
            <a:r>
              <a:rPr lang="en-US" b="1" dirty="0"/>
              <a:t>: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937" y="661340"/>
            <a:ext cx="8285252" cy="114617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Summary of the Dissertation Work Progress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004648"/>
              </p:ext>
            </p:extLst>
          </p:nvPr>
        </p:nvGraphicFramePr>
        <p:xfrm>
          <a:off x="838200" y="1825625"/>
          <a:ext cx="10515616" cy="428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225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761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1907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88671">
                <a:tc>
                  <a:txBody>
                    <a:bodyPr/>
                    <a:lstStyle/>
                    <a:p>
                      <a:r>
                        <a:rPr lang="en-GB" dirty="0" smtClean="0"/>
                        <a:t>Objective No.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Statement of the Objective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Method/ Methodology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Status </a:t>
                      </a:r>
                    </a:p>
                    <a:p>
                      <a:r>
                        <a:rPr lang="en-GB" dirty="0" smtClean="0"/>
                        <a:t>( Completed/ </a:t>
                      </a:r>
                      <a:r>
                        <a:rPr lang="en-GB" baseline="0" dirty="0" smtClean="0"/>
                        <a:t>On-going/yet to commence)</a:t>
                      </a:r>
                      <a:endParaRPr lang="en-GB" dirty="0"/>
                    </a:p>
                  </a:txBody>
                  <a:tcPr marL="109473" marR="109473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8309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09473" marR="109473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2802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pPr algn="just"/>
                      <a:endParaRPr lang="en-GB" sz="1800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42802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pPr algn="just"/>
                      <a:endParaRPr lang="en-GB" sz="1800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37294">
                <a:tc>
                  <a:txBody>
                    <a:bodyPr/>
                    <a:lstStyle/>
                    <a:p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pPr algn="just"/>
                      <a:endParaRPr lang="en-GB" sz="1800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109473" marR="109473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30310" y="6413679"/>
            <a:ext cx="792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**At least 2 objectives should be completed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91" y="991672"/>
            <a:ext cx="7379594" cy="519629"/>
          </a:xfrm>
        </p:spPr>
        <p:txBody>
          <a:bodyPr>
            <a:noAutofit/>
          </a:bodyPr>
          <a:lstStyle/>
          <a:p>
            <a:pPr algn="r"/>
            <a:r>
              <a:rPr lang="en-US" sz="3200" b="1" dirty="0">
                <a:solidFill>
                  <a:srgbClr val="FF0000"/>
                </a:solidFill>
              </a:rPr>
              <a:t>Key Results and discussions    -  Objective 1</a:t>
            </a:r>
          </a:p>
        </p:txBody>
      </p:sp>
    </p:spTree>
    <p:extLst>
      <p:ext uri="{BB962C8B-B14F-4D97-AF65-F5344CB8AC3E}">
        <p14:creationId xmlns:p14="http://schemas.microsoft.com/office/powerpoint/2010/main" val="370625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763" y="811368"/>
            <a:ext cx="7482626" cy="699933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solidFill>
                  <a:srgbClr val="FF0000"/>
                </a:solidFill>
              </a:rPr>
              <a:t>Key Results and Discussions    -  Objective 2</a:t>
            </a:r>
          </a:p>
        </p:txBody>
      </p:sp>
    </p:spTree>
    <p:extLst>
      <p:ext uri="{BB962C8B-B14F-4D97-AF65-F5344CB8AC3E}">
        <p14:creationId xmlns:p14="http://schemas.microsoft.com/office/powerpoint/2010/main" val="6965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005" y="901520"/>
            <a:ext cx="8273447" cy="60978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Summary of Results</a:t>
            </a:r>
          </a:p>
        </p:txBody>
      </p:sp>
    </p:spTree>
    <p:extLst>
      <p:ext uri="{BB962C8B-B14F-4D97-AF65-F5344CB8AC3E}">
        <p14:creationId xmlns:p14="http://schemas.microsoft.com/office/powerpoint/2010/main" val="2373816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128" y="850006"/>
            <a:ext cx="8265776" cy="65102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Findings</a:t>
            </a:r>
          </a:p>
        </p:txBody>
      </p:sp>
    </p:spTree>
    <p:extLst>
      <p:ext uri="{BB962C8B-B14F-4D97-AF65-F5344CB8AC3E}">
        <p14:creationId xmlns:p14="http://schemas.microsoft.com/office/powerpoint/2010/main" val="2085881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987" y="716674"/>
            <a:ext cx="8915400" cy="56207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Gantt Chart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8997"/>
              </p:ext>
            </p:extLst>
          </p:nvPr>
        </p:nvGraphicFramePr>
        <p:xfrm>
          <a:off x="1602293" y="1695479"/>
          <a:ext cx="9177312" cy="5113011"/>
        </p:xfrm>
        <a:graphic>
          <a:graphicData uri="http://schemas.openxmlformats.org/drawingml/2006/table">
            <a:tbl>
              <a:tblPr/>
              <a:tblGrid>
                <a:gridCol w="9763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16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301403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64301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</a:tblGrid>
              <a:tr h="277286">
                <a:tc gridSpan="28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Dissertation Project Activity_Planning_Matrix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468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242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6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Literature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review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4434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identification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34434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statement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34434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(Questionnaires) Preparation 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34434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Introduction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background study and survey Data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17067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Survey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 and Statistical analysis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34434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3443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Comparative study and Data analysis,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interpretations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17067">
                <a:tc v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62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915" y="811369"/>
            <a:ext cx="8126569" cy="61818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31705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916" y="2112135"/>
            <a:ext cx="8343050" cy="1990425"/>
          </a:xfrm>
        </p:spPr>
        <p:txBody>
          <a:bodyPr>
            <a:normAutofit/>
          </a:bodyPr>
          <a:lstStyle/>
          <a:p>
            <a:r>
              <a:rPr lang="en-US" sz="2000" dirty="0" smtClean="0"/>
              <a:t>Note: Font size of Title is 32 and Calibri**</a:t>
            </a:r>
            <a:br>
              <a:rPr lang="en-US" sz="2000" dirty="0" smtClean="0"/>
            </a:br>
            <a:r>
              <a:rPr lang="en-US" sz="2000" dirty="0" smtClean="0"/>
              <a:t>Title should be in title case**</a:t>
            </a:r>
            <a:br>
              <a:rPr lang="en-US" sz="2000" dirty="0" smtClean="0"/>
            </a:br>
            <a:r>
              <a:rPr lang="en-US" sz="2000" dirty="0" smtClean="0"/>
              <a:t>Contents  font size 24 Calibri**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685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mtClean="0"/>
              <a:t>Conference/Journal </a:t>
            </a:r>
            <a:r>
              <a:rPr lang="en-IN"/>
              <a:t>Submission </a:t>
            </a:r>
            <a:r>
              <a:rPr lang="en-IN" smtClean="0"/>
              <a:t>Details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60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212</Words>
  <Application>Microsoft Office PowerPoint</Application>
  <PresentationFormat>Widescreen</PresentationFormat>
  <Paragraphs>280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 Interim Presentation-Template </vt:lpstr>
      <vt:lpstr>Student Details</vt:lpstr>
      <vt:lpstr>PowerPoint Presentation</vt:lpstr>
      <vt:lpstr>Outline</vt:lpstr>
      <vt:lpstr>Title</vt:lpstr>
      <vt:lpstr>Motivation </vt:lpstr>
      <vt:lpstr>Introduction </vt:lpstr>
      <vt:lpstr>PowerPoint Presentation</vt:lpstr>
      <vt:lpstr>Summary of Literature Review</vt:lpstr>
      <vt:lpstr>Research Gaps and Research Questions</vt:lpstr>
      <vt:lpstr>Conceptual Model/Framework/Simulation</vt:lpstr>
      <vt:lpstr>Aim and Objectives</vt:lpstr>
      <vt:lpstr>Summary of the Dissertation Work Progress</vt:lpstr>
      <vt:lpstr>Key Results and discussions    -  Objective 1</vt:lpstr>
      <vt:lpstr>Key Results and Discussions    -  Objective 2</vt:lpstr>
      <vt:lpstr>Summary of Results</vt:lpstr>
      <vt:lpstr>Findings</vt:lpstr>
      <vt:lpstr>Gantt Chart</vt:lpstr>
      <vt:lpstr>References</vt:lpstr>
      <vt:lpstr>Note: Font size of Title is 32 and Calibri** Title should be in title case** Contents  font size 24 Calibri**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21</cp:revision>
  <dcterms:created xsi:type="dcterms:W3CDTF">2021-10-27T08:40:39Z</dcterms:created>
  <dcterms:modified xsi:type="dcterms:W3CDTF">2025-08-12T07:31:47Z</dcterms:modified>
</cp:coreProperties>
</file>